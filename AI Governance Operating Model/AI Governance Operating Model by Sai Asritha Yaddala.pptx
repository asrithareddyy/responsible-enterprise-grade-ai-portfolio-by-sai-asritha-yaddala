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65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2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28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5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8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5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52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6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0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4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51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52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63040"/>
            <a:ext cx="806509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3C3C3C"/>
                </a:solidFill>
              </a:defRPr>
            </a:pPr>
            <a:r>
              <a:rPr dirty="0"/>
              <a:t>AI Governance Operating Model</a:t>
            </a:r>
          </a:p>
          <a:p>
            <a:pPr>
              <a:defRPr sz="2600">
                <a:solidFill>
                  <a:srgbClr val="5A5A5A"/>
                </a:solidFill>
              </a:defRPr>
            </a:pPr>
            <a:r>
              <a:rPr lang="en-IN" dirty="0"/>
              <a:t>Sai Asritha Yaddala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C3C3C"/>
                </a:solidFill>
              </a:defRPr>
            </a:pPr>
            <a:r>
              <a:t>AI Governance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Accountability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Transparency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Fairness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Safety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Security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Privacy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Human Oversight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Lifecycle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C3C3C"/>
                </a:solidFill>
              </a:defRPr>
            </a:pPr>
            <a:r>
              <a:t>AI Governance Board –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Approve high‑risk AI use cases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Review ethical escalations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Oversee enterprise AI risks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Approve AI policies &amp;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C3C3C"/>
                </a:solidFill>
              </a:defRPr>
            </a:pPr>
            <a:r>
              <a:t>AI PMO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Manage AI documentation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Enforce lifecycle governance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Coordinate risk assessments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Support audits &amp;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C3C3C"/>
                </a:solidFill>
              </a:defRPr>
            </a:pPr>
            <a:r>
              <a:t>AI Risk Management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Evaluate risk for each use case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Maintain AI Risk Register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Validate AI controls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Validate ATLAS threat mapping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C3C3C"/>
                </a:solidFill>
              </a:defRPr>
            </a:pPr>
            <a:r>
              <a:t>AI Lifecycle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Use Case Intake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Feasibility &amp; Risk Assessment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Model Development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Validation &amp; Testing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Approval &amp; Sign‑Off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Deployment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Monitoring &amp;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C3C3C"/>
                </a:solidFill>
              </a:defRPr>
            </a:pPr>
            <a:r>
              <a:t>Required Governance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Model Card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Data Card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AI Use Case Intake Form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AI Decision Log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AI Risk Assessment Form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AI Model Approval Form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AI Audit Log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MITRE ATLAS Threat Assessment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C3C3C"/>
                </a:solidFill>
              </a:defRPr>
            </a:pPr>
            <a:r>
              <a:t>Governance Cadence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Monthly monitoring reports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Quarterly Governance Committee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Quarterly AI Security Review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Annual Model Recertification</a:t>
            </a:r>
          </a:p>
          <a:p>
            <a:pPr lvl="1">
              <a:defRPr sz="2600">
                <a:solidFill>
                  <a:srgbClr val="5A5A5A"/>
                </a:solidFill>
              </a:defRPr>
            </a:pPr>
            <a:r>
              <a:t>• Annual Third‑Party AI Risk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E902A1-6D62-82AD-1056-B81CD2B0A5AD}"/>
              </a:ext>
            </a:extLst>
          </p:cNvPr>
          <p:cNvSpPr txBox="1"/>
          <p:nvPr/>
        </p:nvSpPr>
        <p:spPr>
          <a:xfrm>
            <a:off x="1238865" y="1484671"/>
            <a:ext cx="702023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600" b="1">
                <a:solidFill>
                  <a:srgbClr val="3C3C3C"/>
                </a:solidFill>
              </a:defRPr>
            </a:pPr>
            <a:endParaRPr lang="en-IN" sz="4600" b="1" i="1" dirty="0">
              <a:solidFill>
                <a:srgbClr val="3C3C3C"/>
              </a:solidFill>
            </a:endParaRPr>
          </a:p>
          <a:p>
            <a:pPr>
              <a:defRPr sz="4600" b="1">
                <a:solidFill>
                  <a:srgbClr val="3C3C3C"/>
                </a:solidFill>
              </a:defRPr>
            </a:pPr>
            <a:endParaRPr lang="en-IN" sz="4600" b="1" i="1" dirty="0">
              <a:solidFill>
                <a:srgbClr val="3C3C3C"/>
              </a:solidFill>
            </a:endParaRPr>
          </a:p>
          <a:p>
            <a:pPr>
              <a:defRPr sz="4600" b="1">
                <a:solidFill>
                  <a:srgbClr val="3C3C3C"/>
                </a:solidFill>
              </a:defRPr>
            </a:pPr>
            <a:r>
              <a:rPr lang="en-IN" sz="4600" b="1" i="1" dirty="0">
                <a:solidFill>
                  <a:srgbClr val="3C3C3C"/>
                </a:solidFill>
              </a:rPr>
              <a:t>Thank You</a:t>
            </a:r>
          </a:p>
          <a:p>
            <a:endParaRPr lang="en-IN" dirty="0"/>
          </a:p>
          <a:p>
            <a:r>
              <a:rPr lang="en-IN" b="1" dirty="0"/>
              <a:t>				Sai Asritha Yaddala</a:t>
            </a:r>
          </a:p>
        </p:txBody>
      </p:sp>
    </p:spTree>
    <p:extLst>
      <p:ext uri="{BB962C8B-B14F-4D97-AF65-F5344CB8AC3E}">
        <p14:creationId xmlns:p14="http://schemas.microsoft.com/office/powerpoint/2010/main" val="43632839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</TotalTime>
  <Words>206</Words>
  <Application>Microsoft Office PowerPoint</Application>
  <PresentationFormat>On-screen Show (4:3)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Asritha Reddy</cp:lastModifiedBy>
  <cp:revision>2</cp:revision>
  <dcterms:created xsi:type="dcterms:W3CDTF">2013-01-27T09:14:16Z</dcterms:created>
  <dcterms:modified xsi:type="dcterms:W3CDTF">2025-11-17T07:07:05Z</dcterms:modified>
  <cp:category/>
</cp:coreProperties>
</file>