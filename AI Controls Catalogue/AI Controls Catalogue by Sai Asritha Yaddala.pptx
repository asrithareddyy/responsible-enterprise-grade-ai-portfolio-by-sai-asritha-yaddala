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86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89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97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60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1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16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42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00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8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4739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22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6912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3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11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5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63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5828840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64646"/>
                </a:solidFill>
              </a:defRPr>
            </a:pPr>
            <a:r>
              <a:rPr dirty="0"/>
              <a:t>AI Controls Catalogue</a:t>
            </a:r>
          </a:p>
          <a:p>
            <a:r>
              <a:rPr lang="en-IN" dirty="0"/>
              <a:t>Sai Asritha Yaddala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E2E042-12E2-D24E-1F5C-D90DD058F326}"/>
              </a:ext>
            </a:extLst>
          </p:cNvPr>
          <p:cNvSpPr txBox="1"/>
          <p:nvPr/>
        </p:nvSpPr>
        <p:spPr>
          <a:xfrm>
            <a:off x="1170039" y="1641987"/>
            <a:ext cx="49062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800" b="1" dirty="0">
                <a:solidFill>
                  <a:schemeClr val="tx2"/>
                </a:solidFill>
                <a:latin typeface="Aptos" panose="020B0004020202020204" pitchFamily="34" charset="0"/>
              </a:rPr>
              <a:t>Data Controls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b="1" dirty="0">
                <a:solidFill>
                  <a:schemeClr val="tx2"/>
                </a:solidFill>
                <a:latin typeface="Aptos" panose="020B0004020202020204" pitchFamily="34" charset="0"/>
              </a:rPr>
              <a:t>Model Controls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b="1" dirty="0">
                <a:solidFill>
                  <a:schemeClr val="tx2"/>
                </a:solidFill>
                <a:latin typeface="Aptos" panose="020B0004020202020204" pitchFamily="34" charset="0"/>
              </a:rPr>
              <a:t>Security Controls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b="1" dirty="0">
                <a:solidFill>
                  <a:schemeClr val="tx2"/>
                </a:solidFill>
                <a:latin typeface="Aptos" panose="020B0004020202020204" pitchFamily="34" charset="0"/>
              </a:rPr>
              <a:t>Deployment Controls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b="1" dirty="0">
                <a:solidFill>
                  <a:schemeClr val="tx2"/>
                </a:solidFill>
                <a:latin typeface="Aptos" panose="020B0004020202020204" pitchFamily="34" charset="0"/>
              </a:rPr>
              <a:t>Monitoring &amp; Audit Controls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b="1" dirty="0">
                <a:solidFill>
                  <a:schemeClr val="tx2"/>
                </a:solidFill>
                <a:latin typeface="Aptos" panose="020B0004020202020204" pitchFamily="34" charset="0"/>
              </a:rPr>
              <a:t>Governance &amp; Oversight Controls</a:t>
            </a:r>
          </a:p>
        </p:txBody>
      </p:sp>
    </p:spTree>
    <p:extLst>
      <p:ext uri="{BB962C8B-B14F-4D97-AF65-F5344CB8AC3E}">
        <p14:creationId xmlns:p14="http://schemas.microsoft.com/office/powerpoint/2010/main" val="393155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t>Data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4757328" cy="2092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Data Governance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Data Quality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Data Privacy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Data Bias Controls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t>Model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1180" y="2127700"/>
            <a:ext cx="6382388" cy="2092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Model Architecture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Fairness &amp; Ethical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Explainability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Performance &amp; Robustness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rPr dirty="0"/>
              <a:t>Security Controls (MITRE ATLAS)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486117" cy="2092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Input Security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Training Data Security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Model Security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Deployment Security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t>Deployment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458161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Pre‑Deployment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Release Management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Operational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t>Monitoring &amp; Audit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4754956" cy="2092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Performance Monitoring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Bias &amp; Fairness Monitoring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Security Monitoring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Audit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t>Governance &amp; Oversight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529975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Governance Structure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Policy &amp; Compliance Controls</a:t>
            </a:r>
          </a:p>
          <a:p>
            <a:pPr marL="0" lvl="1">
              <a:defRPr sz="2600">
                <a:solidFill>
                  <a:srgbClr val="5A5A5A"/>
                </a:solidFill>
              </a:defRPr>
            </a:pPr>
            <a:r>
              <a:rPr sz="2800" b="1" dirty="0">
                <a:solidFill>
                  <a:schemeClr val="tx2"/>
                </a:solidFill>
                <a:latin typeface="Aptos" panose="020B0004020202020204" pitchFamily="34" charset="0"/>
              </a:rPr>
              <a:t>• Documentation Controls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ED30E-0656-83C3-9177-0CAC14823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C0882B-AD23-AECE-E587-E0FA1107021D}"/>
              </a:ext>
            </a:extLst>
          </p:cNvPr>
          <p:cNvSpPr txBox="1"/>
          <p:nvPr/>
        </p:nvSpPr>
        <p:spPr>
          <a:xfrm>
            <a:off x="904568" y="2812026"/>
            <a:ext cx="64302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Script MT Bold" panose="03040602040607080904" pitchFamily="66" charset="0"/>
              </a:rPr>
              <a:t>Thank You</a:t>
            </a:r>
          </a:p>
          <a:p>
            <a:endParaRPr lang="en-IN" dirty="0"/>
          </a:p>
          <a:p>
            <a:r>
              <a:rPr lang="en-IN" dirty="0"/>
              <a:t>									Sai Asritha Yaddala</a:t>
            </a:r>
          </a:p>
        </p:txBody>
      </p:sp>
    </p:spTree>
    <p:extLst>
      <p:ext uri="{BB962C8B-B14F-4D97-AF65-F5344CB8AC3E}">
        <p14:creationId xmlns:p14="http://schemas.microsoft.com/office/powerpoint/2010/main" val="342815579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144</Words>
  <Application>Microsoft Office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Script MT Bold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Asritha Reddy</cp:lastModifiedBy>
  <cp:revision>2</cp:revision>
  <dcterms:created xsi:type="dcterms:W3CDTF">2013-01-27T09:14:16Z</dcterms:created>
  <dcterms:modified xsi:type="dcterms:W3CDTF">2025-11-17T04:22:59Z</dcterms:modified>
  <cp:category/>
</cp:coreProperties>
</file>