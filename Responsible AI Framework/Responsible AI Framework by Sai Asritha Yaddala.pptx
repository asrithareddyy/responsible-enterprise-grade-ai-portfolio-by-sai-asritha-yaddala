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78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54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3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40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01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164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9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16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8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03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59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62888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07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99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475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71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8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407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2428568"/>
            <a:ext cx="7055380" cy="2861186"/>
          </a:xfrm>
        </p:spPr>
        <p:txBody>
          <a:bodyPr>
            <a:normAutofit/>
          </a:bodyPr>
          <a:lstStyle/>
          <a:p>
            <a:r>
              <a:rPr sz="6000" dirty="0"/>
              <a:t>Responsible AI Framework </a:t>
            </a:r>
          </a:p>
          <a:p>
            <a:r>
              <a:rPr dirty="0"/>
              <a:t>Sai Asritha Yaddala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7F38-2360-0E4F-8BD3-89B9E310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DA58D-D576-66E1-B067-7FB953BF1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lvl="1" indent="0">
              <a:buNone/>
              <a:defRPr sz="2000"/>
            </a:pP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Enterprise</a:t>
            </a:r>
            <a:r>
              <a:rPr lang="en-IN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 Responsible AI governance aligned to NIST, ISO 42001, OECD, Microsoft &amp; Google practices.</a:t>
            </a:r>
          </a:p>
        </p:txBody>
      </p:sp>
    </p:spTree>
    <p:extLst>
      <p:ext uri="{BB962C8B-B14F-4D97-AF65-F5344CB8AC3E}">
        <p14:creationId xmlns:p14="http://schemas.microsoft.com/office/powerpoint/2010/main" val="57648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lvl="1" indent="0">
              <a:buNone/>
              <a:defRPr sz="2000"/>
            </a:pPr>
            <a:r>
              <a:rPr dirty="0"/>
              <a:t>1. Human-Centered Design</a:t>
            </a:r>
          </a:p>
          <a:p>
            <a:pPr marL="457200" lvl="1" indent="0">
              <a:buNone/>
              <a:defRPr sz="2000"/>
            </a:pPr>
            <a:r>
              <a:rPr dirty="0"/>
              <a:t>2. Ethical Data Use</a:t>
            </a:r>
          </a:p>
          <a:p>
            <a:pPr marL="457200" lvl="1" indent="0">
              <a:buNone/>
              <a:defRPr sz="2000"/>
            </a:pPr>
            <a:r>
              <a:rPr dirty="0"/>
              <a:t>3. Transparency &amp; Traceability</a:t>
            </a:r>
          </a:p>
          <a:p>
            <a:pPr marL="457200" lvl="1" indent="0">
              <a:buNone/>
              <a:defRPr sz="2000"/>
            </a:pPr>
            <a:r>
              <a:rPr dirty="0"/>
              <a:t>4. Safety &amp; Security by Design</a:t>
            </a:r>
          </a:p>
          <a:p>
            <a:pPr marL="457200" lvl="1" indent="0">
              <a:buNone/>
              <a:defRPr sz="2000"/>
            </a:pPr>
            <a:r>
              <a:rPr dirty="0"/>
              <a:t>5. Responsible Deployment</a:t>
            </a:r>
          </a:p>
          <a:p>
            <a:pPr marL="457200" lvl="1" indent="0">
              <a:buNone/>
              <a:defRPr sz="2000"/>
            </a:pPr>
            <a:r>
              <a:rPr dirty="0"/>
              <a:t>6. Continuous Monitoring &amp; Auditability</a:t>
            </a:r>
          </a:p>
          <a:p>
            <a:pPr marL="457200" lvl="1" indent="0">
              <a:buNone/>
              <a:defRPr sz="2000"/>
            </a:pPr>
            <a:r>
              <a:rPr dirty="0"/>
              <a:t>7. Accountability &amp; Governance Alignment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Governance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lvl="1" indent="0">
              <a:buNone/>
              <a:defRPr sz="2000"/>
            </a:pPr>
            <a:r>
              <a:rPr dirty="0"/>
              <a:t>Strategic Layer </a:t>
            </a:r>
            <a:r>
              <a:rPr lang="en-IN" dirty="0"/>
              <a:t>: </a:t>
            </a:r>
            <a:r>
              <a:rPr dirty="0"/>
              <a:t>Governance Board, Legal, CISO</a:t>
            </a:r>
          </a:p>
          <a:p>
            <a:pPr marL="457200" lvl="1" indent="0">
              <a:buNone/>
              <a:defRPr sz="2000"/>
            </a:pPr>
            <a:r>
              <a:rPr dirty="0"/>
              <a:t>Tactical Layer </a:t>
            </a:r>
            <a:r>
              <a:rPr lang="en-IN" dirty="0"/>
              <a:t>: </a:t>
            </a:r>
            <a:r>
              <a:rPr dirty="0"/>
              <a:t>AI Program Manager, AI Risk Manager, Data Stewards</a:t>
            </a:r>
          </a:p>
          <a:p>
            <a:pPr marL="457200" lvl="1" indent="0">
              <a:buNone/>
              <a:defRPr sz="2000"/>
            </a:pPr>
            <a:r>
              <a:rPr dirty="0"/>
              <a:t>Operational Layer</a:t>
            </a:r>
            <a:r>
              <a:rPr lang="en-IN" dirty="0"/>
              <a:t> :</a:t>
            </a:r>
            <a:r>
              <a:rPr dirty="0"/>
              <a:t> Data Scientists, ML Engineers, </a:t>
            </a:r>
            <a:r>
              <a:rPr dirty="0" err="1"/>
              <a:t>MLOps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Model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457200" lvl="1" indent="0">
              <a:buNone/>
              <a:defRPr sz="2000"/>
            </a:pPr>
            <a:r>
              <a:rPr dirty="0"/>
              <a:t>GOVERN </a:t>
            </a:r>
            <a:r>
              <a:rPr lang="en-IN" dirty="0"/>
              <a:t>: </a:t>
            </a:r>
            <a:r>
              <a:rPr dirty="0"/>
              <a:t>Classification, legal/ethical review</a:t>
            </a:r>
          </a:p>
          <a:p>
            <a:pPr marL="457200" lvl="1" indent="0">
              <a:buNone/>
              <a:defRPr sz="2000"/>
            </a:pPr>
            <a:r>
              <a:rPr dirty="0"/>
              <a:t>MAP </a:t>
            </a:r>
            <a:r>
              <a:rPr lang="en-IN" dirty="0"/>
              <a:t>: </a:t>
            </a:r>
            <a:r>
              <a:rPr dirty="0"/>
              <a:t>Data lineage, bias, documentation</a:t>
            </a:r>
          </a:p>
          <a:p>
            <a:pPr marL="457200" lvl="1" indent="0">
              <a:buNone/>
              <a:defRPr sz="2000"/>
            </a:pPr>
            <a:r>
              <a:rPr dirty="0"/>
              <a:t>MEASURE</a:t>
            </a:r>
            <a:r>
              <a:rPr lang="en-IN" dirty="0"/>
              <a:t> :</a:t>
            </a:r>
            <a:r>
              <a:rPr dirty="0"/>
              <a:t> Fairness, explainability, robustness</a:t>
            </a:r>
          </a:p>
          <a:p>
            <a:pPr marL="457200" lvl="1" indent="0">
              <a:buNone/>
              <a:defRPr sz="2000"/>
            </a:pPr>
            <a:r>
              <a:rPr dirty="0"/>
              <a:t>MANAGE </a:t>
            </a:r>
            <a:r>
              <a:rPr lang="en-IN" dirty="0"/>
              <a:t>:</a:t>
            </a:r>
            <a:r>
              <a:rPr dirty="0"/>
              <a:t> Deployment guardrails, drift monitoring, audits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Controls Catalogue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>
              <a:buFont typeface="Arial" panose="020B0604020202020204" pitchFamily="34" charset="0"/>
              <a:buChar char="•"/>
              <a:defRPr sz="2000"/>
            </a:pPr>
            <a:r>
              <a:rPr dirty="0"/>
              <a:t>Data Controls</a:t>
            </a:r>
          </a:p>
          <a:p>
            <a:pPr lvl="1">
              <a:buFont typeface="Arial" panose="020B0604020202020204" pitchFamily="34" charset="0"/>
              <a:buChar char="•"/>
              <a:defRPr sz="2000"/>
            </a:pPr>
            <a:r>
              <a:rPr dirty="0"/>
              <a:t>Model Controls</a:t>
            </a:r>
          </a:p>
          <a:p>
            <a:pPr lvl="1">
              <a:buFont typeface="Arial" panose="020B0604020202020204" pitchFamily="34" charset="0"/>
              <a:buChar char="•"/>
              <a:defRPr sz="2000"/>
            </a:pPr>
            <a:r>
              <a:rPr dirty="0"/>
              <a:t>Security Controls</a:t>
            </a:r>
          </a:p>
          <a:p>
            <a:pPr lvl="1">
              <a:buFont typeface="Arial" panose="020B0604020202020204" pitchFamily="34" charset="0"/>
              <a:buChar char="•"/>
              <a:defRPr sz="2000"/>
            </a:pPr>
            <a:r>
              <a:rPr dirty="0"/>
              <a:t>Deployment Controls</a:t>
            </a:r>
          </a:p>
          <a:p>
            <a:pPr lvl="1">
              <a:buFont typeface="Arial" panose="020B0604020202020204" pitchFamily="34" charset="0"/>
              <a:buChar char="•"/>
              <a:defRPr sz="2000"/>
            </a:pPr>
            <a:r>
              <a:rPr dirty="0"/>
              <a:t>Monitoring Controls</a:t>
            </a:r>
          </a:p>
          <a:p>
            <a:pPr lvl="1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Organisational&amp; Governance </a:t>
            </a:r>
            <a:r>
              <a:rPr dirty="0"/>
              <a:t>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C67A0-6371-7C37-2EA8-597F57EDA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32908-2E18-F605-8E15-661F234EC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Risk Scoring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D19B8-5C4E-796C-8030-B0ED13171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  <a:defRPr sz="2000"/>
            </a:pPr>
            <a:r>
              <a:rPr lang="en-US" dirty="0"/>
              <a:t>Risk = Impact × Likelihood × Detectability</a:t>
            </a:r>
          </a:p>
          <a:p>
            <a:pPr marL="457200" lvl="1" indent="0">
              <a:buNone/>
              <a:defRPr sz="2000"/>
            </a:pPr>
            <a:r>
              <a:rPr lang="en-US" dirty="0"/>
              <a:t>RAG Matrix for classification</a:t>
            </a:r>
          </a:p>
          <a:p>
            <a:pPr marL="457200" lvl="1" indent="0">
              <a:buNone/>
              <a:defRPr sz="2000"/>
            </a:pPr>
            <a:r>
              <a:rPr lang="en-US" dirty="0"/>
              <a:t>Dimensions: Harm, legality, security, probability, detectability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783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Sai Asritha Yaddala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</TotalTime>
  <Words>184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Century Gothic</vt:lpstr>
      <vt:lpstr>Wingdings 3</vt:lpstr>
      <vt:lpstr>Ion</vt:lpstr>
      <vt:lpstr>Responsible AI Framework  Sai Asritha Yaddala</vt:lpstr>
      <vt:lpstr>PowerPoint Presentation</vt:lpstr>
      <vt:lpstr>Responsible AI Principles</vt:lpstr>
      <vt:lpstr>AI Governance Structure</vt:lpstr>
      <vt:lpstr>AI Model Lifecycle</vt:lpstr>
      <vt:lpstr>Responsible AI Controls Catalogue</vt:lpstr>
      <vt:lpstr>AI Risk Scoring Model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Asritha Reddy</dc:creator>
  <cp:keywords/>
  <dc:description>generated using python-pptx</dc:description>
  <cp:lastModifiedBy>Asritha Reddy</cp:lastModifiedBy>
  <cp:revision>4</cp:revision>
  <dcterms:created xsi:type="dcterms:W3CDTF">2013-01-27T09:14:16Z</dcterms:created>
  <dcterms:modified xsi:type="dcterms:W3CDTF">2025-11-15T05:27:52Z</dcterms:modified>
  <cp:category/>
</cp:coreProperties>
</file>