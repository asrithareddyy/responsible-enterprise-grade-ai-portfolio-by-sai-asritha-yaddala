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683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78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19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7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39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6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9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96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84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3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91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834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8386207" cy="47705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C3C3C"/>
                </a:solidFill>
              </a:defRPr>
            </a:pPr>
            <a:endParaRPr lang="en-IN" dirty="0"/>
          </a:p>
          <a:p>
            <a:pPr>
              <a:defRPr sz="3800" b="1">
                <a:solidFill>
                  <a:srgbClr val="3C3C3C"/>
                </a:solidFill>
              </a:defRPr>
            </a:pPr>
            <a:endParaRPr lang="en-IN" dirty="0"/>
          </a:p>
          <a:p>
            <a:pPr>
              <a:defRPr sz="3800" b="1">
                <a:solidFill>
                  <a:srgbClr val="3C3C3C"/>
                </a:solidFill>
              </a:defRPr>
            </a:pPr>
            <a:endParaRPr lang="en-IN" dirty="0"/>
          </a:p>
          <a:p>
            <a:pPr>
              <a:defRPr sz="3800" b="1">
                <a:solidFill>
                  <a:srgbClr val="3C3C3C"/>
                </a:solidFill>
              </a:defRPr>
            </a:pPr>
            <a:endParaRPr lang="en-IN" dirty="0"/>
          </a:p>
          <a:p>
            <a:pPr>
              <a:defRPr sz="3800" b="1">
                <a:solidFill>
                  <a:srgbClr val="3C3C3C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AI Use Case Intake &amp; Approval Workflow</a:t>
            </a:r>
            <a:endParaRPr lang="en-IN" dirty="0">
              <a:solidFill>
                <a:schemeClr val="accent2"/>
              </a:solidFill>
            </a:endParaRPr>
          </a:p>
          <a:p>
            <a:pPr>
              <a:defRPr sz="3800" b="1">
                <a:solidFill>
                  <a:srgbClr val="3C3C3C"/>
                </a:solidFill>
              </a:defRPr>
            </a:pPr>
            <a:endParaRPr lang="en-IN" dirty="0"/>
          </a:p>
          <a:p>
            <a:pPr>
              <a:defRPr sz="3800" b="1">
                <a:solidFill>
                  <a:srgbClr val="3C3C3C"/>
                </a:solidFill>
              </a:defRPr>
            </a:pPr>
            <a:r>
              <a:rPr lang="en-IN" dirty="0"/>
              <a:t>				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Sai Asritha Yaddala</a:t>
            </a:r>
          </a:p>
          <a:p>
            <a:pPr>
              <a:defRPr sz="3800" b="1">
                <a:solidFill>
                  <a:srgbClr val="3C3C3C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09412"/>
            <a:ext cx="728570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   </a:t>
            </a:r>
            <a:r>
              <a:rPr lang="en-IN" sz="3800" b="1" dirty="0">
                <a:solidFill>
                  <a:schemeClr val="accent2"/>
                </a:solidFill>
              </a:rPr>
              <a:t>PURPOSE OF THIS WORKFLOW   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78953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400">
                <a:solidFill>
                  <a:srgbClr val="5A5A5A"/>
                </a:solidFill>
              </a:defRPr>
            </a:pPr>
            <a:r>
              <a:rPr lang="en-IN" sz="2400" dirty="0">
                <a:solidFill>
                  <a:srgbClr val="5A5A5A"/>
                </a:solidFill>
              </a:rPr>
              <a:t>This workflow ensures that all AI use cases introduced in the organisation go through: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A5A5A"/>
                </a:solidFill>
              </a:rPr>
              <a:t>Proper evaluation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A5A5A"/>
                </a:solidFill>
              </a:rPr>
              <a:t>Privacy and security review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A5A5A"/>
                </a:solidFill>
              </a:rPr>
              <a:t>Ethical review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A5A5A"/>
                </a:solidFill>
              </a:rPr>
              <a:t>Risk scoring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A5A5A"/>
                </a:solidFill>
              </a:rPr>
              <a:t>Governance approval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A5A5A"/>
                </a:solidFill>
              </a:rPr>
              <a:t>Documentation requirements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A5A5A"/>
                </a:solidFill>
              </a:rPr>
              <a:t>Safe deployment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rPr lang="en-IN" sz="2400" dirty="0">
                <a:solidFill>
                  <a:srgbClr val="5A5A5A"/>
                </a:solidFill>
              </a:rPr>
              <a:t>It prevents unapproved or unsafe AI from entering the enterprise environment.</a:t>
            </a:r>
            <a:endParaRPr sz="2400" dirty="0">
              <a:solidFill>
                <a:srgbClr val="5A5A5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3DED1-0686-C31B-4A34-EFF0844E0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040C7-DE25-D3E7-2E8B-7199A48ED932}"/>
              </a:ext>
            </a:extLst>
          </p:cNvPr>
          <p:cNvSpPr txBox="1"/>
          <p:nvPr/>
        </p:nvSpPr>
        <p:spPr>
          <a:xfrm>
            <a:off x="731520" y="640080"/>
            <a:ext cx="583467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C3C3C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7‑Stage Workflow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F2680-8F71-811E-00C5-E0BC7D375D74}"/>
              </a:ext>
            </a:extLst>
          </p:cNvPr>
          <p:cNvSpPr txBox="1"/>
          <p:nvPr/>
        </p:nvSpPr>
        <p:spPr>
          <a:xfrm>
            <a:off x="914400" y="1737360"/>
            <a:ext cx="6111738" cy="29546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Use Case Submission (Intake)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Preliminary Risk Screening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Feasibility &amp; Data Assessment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Detailed Risk Assessment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Model Development &amp; Validation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Governance Approval &amp; Sign‑Off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Deployment &amp; Continuous Monitoring</a:t>
            </a:r>
          </a:p>
        </p:txBody>
      </p:sp>
    </p:spTree>
    <p:extLst>
      <p:ext uri="{BB962C8B-B14F-4D97-AF65-F5344CB8AC3E}">
        <p14:creationId xmlns:p14="http://schemas.microsoft.com/office/powerpoint/2010/main" val="440498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5267019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C3C3C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Required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5166607" cy="3323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AI Use Case Intake Form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Data Card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Model Card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AI Risk Assessment Form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MITRE ATLAS Threat Assessment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Validation Report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AI Model Approval Form</a:t>
            </a:r>
          </a:p>
          <a:p>
            <a:pPr marL="914400" lvl="1" indent="-457200">
              <a:buFont typeface="+mj-lt"/>
              <a:buAutoNum type="arabicPeriod"/>
              <a:defRPr sz="2400">
                <a:solidFill>
                  <a:srgbClr val="5A5A5A"/>
                </a:solidFill>
              </a:defRPr>
            </a:pPr>
            <a:r>
              <a:rPr dirty="0"/>
              <a:t>AI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464838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C3C3C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Key Governance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rPr dirty="0"/>
              <a:t>• AI PMO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rPr dirty="0"/>
              <a:t>• AI Risk Manager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rPr dirty="0"/>
              <a:t>• Data Protection Officer (DPO)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rPr dirty="0"/>
              <a:t>• Security &amp; Red Team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rPr dirty="0"/>
              <a:t>• Model Owner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rPr dirty="0"/>
              <a:t>• AI Governance 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521687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C3C3C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Risk Screening &amp;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Low Risk → Fast‑Track Approval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Medium Risk → Full Assessment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High Risk → Governance Board Review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Fairness, Privacy, Security, Explainability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4540795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C3C3C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Assessment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Fairness &amp; Bias Evaluation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Privacy &amp; PDPA/GDPR Review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Security – MITRE ATLAS Threat Mapping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Explainability Assessment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Ethical Impact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411439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C3C3C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Approval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AI PMO Review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AI Risk Manager Approval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Security Lead Approval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DPO Approval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AI Governance Board (High‑risk only)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69105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C3C3C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Monitoring &amp; Continuous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Performance Drift Monitoring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Data Drift Monitoring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Fairness Monitoring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Security Event Monitoring</a:t>
            </a:r>
          </a:p>
          <a:p>
            <a:pPr lvl="1">
              <a:defRPr sz="2400">
                <a:solidFill>
                  <a:srgbClr val="5A5A5A"/>
                </a:solidFill>
              </a:defRPr>
            </a:pPr>
            <a:r>
              <a:t>• Audit Logging &amp;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F1CFD3-4717-0626-90B7-A9F91B1DA3C0}"/>
              </a:ext>
            </a:extLst>
          </p:cNvPr>
          <p:cNvSpPr txBox="1"/>
          <p:nvPr/>
        </p:nvSpPr>
        <p:spPr>
          <a:xfrm>
            <a:off x="1042219" y="1622323"/>
            <a:ext cx="67547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2"/>
                </a:solidFill>
                <a:latin typeface="Rockwell Extra Bold" panose="02060903040505020403" pitchFamily="18" charset="0"/>
              </a:rPr>
              <a:t>Thank You</a:t>
            </a:r>
          </a:p>
          <a:p>
            <a:endParaRPr lang="en-IN" dirty="0"/>
          </a:p>
          <a:p>
            <a:r>
              <a:rPr lang="en-IN" dirty="0"/>
              <a:t>						</a:t>
            </a:r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Sai Asritha Yaddala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93837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</TotalTime>
  <Words>279</Words>
  <Application>Microsoft Office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Rockwell Extra Bold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Asritha Reddy</cp:lastModifiedBy>
  <cp:revision>5</cp:revision>
  <dcterms:created xsi:type="dcterms:W3CDTF">2013-01-27T09:14:16Z</dcterms:created>
  <dcterms:modified xsi:type="dcterms:W3CDTF">2025-11-17T08:27:38Z</dcterms:modified>
  <cp:category/>
</cp:coreProperties>
</file>